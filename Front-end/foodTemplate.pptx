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A2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927" autoAdjust="0"/>
  </p:normalViewPr>
  <p:slideViewPr>
    <p:cSldViewPr showGuides="1">
      <p:cViewPr>
        <p:scale>
          <a:sx n="66" d="100"/>
          <a:sy n="66" d="100"/>
        </p:scale>
        <p:origin x="950" y="2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id="{323E40A4-F389-7F07-A419-923FE8A46640}"/>
              </a:ext>
            </a:extLst>
          </p:cNvPr>
          <p:cNvSpPr txBox="1"/>
          <p:nvPr userDrawn="1"/>
        </p:nvSpPr>
        <p:spPr>
          <a:xfrm>
            <a:off x="0" y="-26426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27/6/2025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8385E-0D7D-E2C3-2421-8701F0791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6452102-0B72-C4C4-4163-D291BB0CDA75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0"/>
            <a:chExt cx="68580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733F73-A0A9-AC2A-3201-AD8765F949DD}"/>
                </a:ext>
              </a:extLst>
            </p:cNvPr>
            <p:cNvSpPr/>
            <p:nvPr/>
          </p:nvSpPr>
          <p:spPr>
            <a:xfrm>
              <a:off x="2667000" y="0"/>
              <a:ext cx="6858000" cy="6858000"/>
            </a:xfrm>
            <a:prstGeom prst="rect">
              <a:avLst/>
            </a:prstGeom>
            <a:gradFill>
              <a:gsLst>
                <a:gs pos="53000">
                  <a:schemeClr val="tx1">
                    <a:alpha val="0"/>
                  </a:schemeClr>
                </a:gs>
                <a:gs pos="0">
                  <a:schemeClr val="tx1">
                    <a:alpha val="76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E9CECD4-BC1E-9550-9533-80242503E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4200" y="228600"/>
              <a:ext cx="2209800" cy="498986"/>
            </a:xfrm>
            <a:prstGeom prst="rect">
              <a:avLst/>
            </a:prstGeom>
            <a:effectLst>
              <a:outerShdw dist="25400" dir="1200000" algn="t" rotWithShape="0">
                <a:srgbClr val="21A281">
                  <a:alpha val="5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81707951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556E6-F21F-600F-5B8D-0C92E8D6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0B7A76-4890-160F-A28A-7284D357C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1026" name="Picture 2" descr="This may contain: a salad with chicken, avocado, tomatoes and sliced eggs on the side">
            <a:extLst>
              <a:ext uri="{FF2B5EF4-FFF2-40B4-BE49-F238E27FC236}">
                <a16:creationId xmlns:a16="http://schemas.microsoft.com/office/drawing/2014/main" id="{873BE2E0-4B38-D266-5B40-7AA78DFD2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7" b="11213"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DF55AA3-3954-728D-F0F8-695D6B12A230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0"/>
            <a:chExt cx="6858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C582BE-B77B-22A7-5C59-0BF76FADAE9D}"/>
                </a:ext>
              </a:extLst>
            </p:cNvPr>
            <p:cNvSpPr/>
            <p:nvPr/>
          </p:nvSpPr>
          <p:spPr>
            <a:xfrm>
              <a:off x="2667000" y="0"/>
              <a:ext cx="6858000" cy="6858000"/>
            </a:xfrm>
            <a:prstGeom prst="rect">
              <a:avLst/>
            </a:prstGeom>
            <a:gradFill>
              <a:gsLst>
                <a:gs pos="53000">
                  <a:schemeClr val="tx1">
                    <a:alpha val="0"/>
                  </a:schemeClr>
                </a:gs>
                <a:gs pos="0">
                  <a:schemeClr val="tx1">
                    <a:alpha val="76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775F11-FFEB-C79E-0614-E082040DA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4200" y="228600"/>
              <a:ext cx="2209800" cy="498986"/>
            </a:xfrm>
            <a:prstGeom prst="rect">
              <a:avLst/>
            </a:prstGeom>
            <a:effectLst>
              <a:outerShdw dist="25400" dir="1200000" algn="t" rotWithShape="0">
                <a:srgbClr val="21A281">
                  <a:alpha val="50000"/>
                </a:srgbClr>
              </a:outerShdw>
            </a:effec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35F7D44-98E7-CA14-7417-EFE6F34225C3}"/>
              </a:ext>
            </a:extLst>
          </p:cNvPr>
          <p:cNvSpPr txBox="1"/>
          <p:nvPr/>
        </p:nvSpPr>
        <p:spPr>
          <a:xfrm>
            <a:off x="-21220" y="3244334"/>
            <a:ext cx="266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Hawaiian Chicken Salad</a:t>
            </a:r>
          </a:p>
        </p:txBody>
      </p:sp>
    </p:spTree>
    <p:extLst>
      <p:ext uri="{BB962C8B-B14F-4D97-AF65-F5344CB8AC3E}">
        <p14:creationId xmlns:p14="http://schemas.microsoft.com/office/powerpoint/2010/main" val="309355676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98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#9Slide02 Noi dung dai</vt:lpstr>
      <vt:lpstr>#9Slide02 Tieu de dai</vt:lpstr>
      <vt:lpstr>Arial</vt:lpstr>
      <vt:lpstr>Office Theme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Admin</dc:creator>
  <cp:keywords>9Slide</cp:keywords>
  <dc:description>9Slide.vn</dc:description>
  <cp:lastModifiedBy>Lê Hữu Khoa</cp:lastModifiedBy>
  <cp:revision>2</cp:revision>
  <dcterms:created xsi:type="dcterms:W3CDTF">2025-06-27T05:29:56Z</dcterms:created>
  <dcterms:modified xsi:type="dcterms:W3CDTF">2025-06-27T07:08:54Z</dcterms:modified>
  <cp:category>9Slide.vn</cp:category>
  <cp:contentStatus>9Slide</cp:contentStatus>
</cp:coreProperties>
</file>